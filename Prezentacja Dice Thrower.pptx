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6"/>
  </p:notesMasterIdLst>
  <p:handoutMasterIdLst>
    <p:handoutMasterId r:id="rId17"/>
  </p:handoutMasterIdLst>
  <p:sldIdLst>
    <p:sldId id="256" r:id="rId2"/>
    <p:sldId id="283" r:id="rId3"/>
    <p:sldId id="284" r:id="rId4"/>
    <p:sldId id="285" r:id="rId5"/>
    <p:sldId id="293" r:id="rId6"/>
    <p:sldId id="286" r:id="rId7"/>
    <p:sldId id="287" r:id="rId8"/>
    <p:sldId id="288" r:id="rId9"/>
    <p:sldId id="289" r:id="rId10"/>
    <p:sldId id="290" r:id="rId11"/>
    <p:sldId id="291" r:id="rId12"/>
    <p:sldId id="294" r:id="rId13"/>
    <p:sldId id="292" r:id="rId14"/>
    <p:sldId id="295" r:id="rId15"/>
  </p:sldIdLst>
  <p:sldSz cx="9144000" cy="6858000" type="screen4x3"/>
  <p:notesSz cx="6562725" cy="8686800"/>
  <p:defaultTextStyle>
    <a:defPPr>
      <a:defRPr lang="pl-PL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736">
          <p15:clr>
            <a:srgbClr val="A4A3A4"/>
          </p15:clr>
        </p15:guide>
        <p15:guide id="2" pos="2067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D3A1"/>
    <a:srgbClr val="A719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130D18-1CBA-3F56-3E36-F4D573A761F1}" v="103" dt="2025-05-22T16:23:45.617"/>
    <p1510:client id="{DF612295-2B2C-CCF9-E1F0-41588B5DC5ED}" v="519" dt="2025-05-22T15:53:21.4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72" autoAdjust="0"/>
    <p:restoredTop sz="94675" autoAdjust="0"/>
  </p:normalViewPr>
  <p:slideViewPr>
    <p:cSldViewPr snapToObjects="1">
      <p:cViewPr>
        <p:scale>
          <a:sx n="80" d="100"/>
          <a:sy n="80" d="100"/>
        </p:scale>
        <p:origin x="163" y="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Objects="1">
      <p:cViewPr varScale="1">
        <p:scale>
          <a:sx n="106" d="100"/>
          <a:sy n="106" d="100"/>
        </p:scale>
        <p:origin x="-3516" y="-96"/>
      </p:cViewPr>
      <p:guideLst>
        <p:guide orient="horz" pos="2736"/>
        <p:guide pos="206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43213" cy="4349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sz="quarter" idx="1"/>
          </p:nvPr>
        </p:nvSpPr>
        <p:spPr>
          <a:xfrm>
            <a:off x="3717925" y="0"/>
            <a:ext cx="2843213" cy="4349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1A44A4-21FB-4420-B922-62B232BD2878}" type="datetimeFigureOut">
              <a:rPr lang="pl-PL" smtClean="0"/>
              <a:t>22.05.2025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2"/>
          </p:nvPr>
        </p:nvSpPr>
        <p:spPr>
          <a:xfrm>
            <a:off x="0" y="8250238"/>
            <a:ext cx="2843213" cy="434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3"/>
          </p:nvPr>
        </p:nvSpPr>
        <p:spPr>
          <a:xfrm>
            <a:off x="3717925" y="8250238"/>
            <a:ext cx="2843213" cy="434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A98176-2097-4028-882F-F8D3C097CDA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71287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43213" cy="4349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717925" y="0"/>
            <a:ext cx="2843213" cy="4349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1A7B8F-B13D-42AB-896D-D4142CBE7CC7}" type="datetimeFigureOut">
              <a:rPr lang="pl-PL" smtClean="0"/>
              <a:t>22.05.2025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1109663" y="650875"/>
            <a:ext cx="4343400" cy="3257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55638" y="4125913"/>
            <a:ext cx="5251450" cy="39100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250238"/>
            <a:ext cx="2843213" cy="434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717925" y="8250238"/>
            <a:ext cx="2843213" cy="434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563000-1E3B-452F-A06E-988171F9204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14764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" y="283"/>
            <a:ext cx="9143245" cy="6857434"/>
          </a:xfrm>
          <a:prstGeom prst="rect">
            <a:avLst/>
          </a:prstGeom>
        </p:spPr>
      </p:pic>
      <p:sp>
        <p:nvSpPr>
          <p:cNvPr id="14" name="Tytuł 1"/>
          <p:cNvSpPr txBox="1">
            <a:spLocks/>
          </p:cNvSpPr>
          <p:nvPr userDrawn="1"/>
        </p:nvSpPr>
        <p:spPr bwMode="auto">
          <a:xfrm>
            <a:off x="289890" y="2420888"/>
            <a:ext cx="8640959" cy="1368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 cap="all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endParaRPr lang="pl-PL" kern="0" dirty="0">
              <a:latin typeface="Calibri" panose="020F0502020204030204" pitchFamily="34" charset="0"/>
            </a:endParaRPr>
          </a:p>
        </p:txBody>
      </p:sp>
      <p:sp>
        <p:nvSpPr>
          <p:cNvPr id="25" name="Symbol zastępczy obrazu 2"/>
          <p:cNvSpPr>
            <a:spLocks noGrp="1"/>
          </p:cNvSpPr>
          <p:nvPr>
            <p:ph type="pic" idx="1"/>
          </p:nvPr>
        </p:nvSpPr>
        <p:spPr>
          <a:xfrm>
            <a:off x="1403648" y="1988840"/>
            <a:ext cx="7614402" cy="475252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 dirty="0"/>
              <a:t>Kliknij ikonę, aby dodać obraz</a:t>
            </a:r>
          </a:p>
        </p:txBody>
      </p:sp>
      <p:sp>
        <p:nvSpPr>
          <p:cNvPr id="9" name="Symbol zastępczy tekstu 2"/>
          <p:cNvSpPr>
            <a:spLocks noGrp="1"/>
          </p:cNvSpPr>
          <p:nvPr>
            <p:ph type="body" idx="11"/>
          </p:nvPr>
        </p:nvSpPr>
        <p:spPr>
          <a:xfrm>
            <a:off x="1403648" y="116632"/>
            <a:ext cx="7614402" cy="1728192"/>
          </a:xfrm>
        </p:spPr>
        <p:txBody>
          <a:bodyPr lIns="0" anchor="ctr" anchorCtr="0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5400" b="1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Kliknij, aby edytować style wzorca tekstu</a:t>
            </a:r>
          </a:p>
        </p:txBody>
      </p:sp>
    </p:spTree>
  </p:cSld>
  <p:clrMapOvr>
    <a:masterClrMapping/>
  </p:clrMapOvr>
  <p:transition>
    <p:randomBa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" y="283"/>
            <a:ext cx="9143245" cy="6857434"/>
          </a:xfrm>
          <a:prstGeom prst="rect">
            <a:avLst/>
          </a:prstGeom>
        </p:spPr>
      </p:pic>
      <p:sp>
        <p:nvSpPr>
          <p:cNvPr id="15" name="Symbol zastępczy tekstu 2"/>
          <p:cNvSpPr>
            <a:spLocks noGrp="1"/>
          </p:cNvSpPr>
          <p:nvPr>
            <p:ph type="body" idx="10" hasCustomPrompt="1"/>
          </p:nvPr>
        </p:nvSpPr>
        <p:spPr>
          <a:xfrm>
            <a:off x="4704169" y="2492896"/>
            <a:ext cx="4313881" cy="1152128"/>
          </a:xfrm>
          <a:solidFill>
            <a:srgbClr val="C00000"/>
          </a:solidFill>
        </p:spPr>
        <p:txBody>
          <a:bodyPr lIns="108000" rIns="108000" anchor="ctr" anchorCtr="0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>
                <a:solidFill>
                  <a:schemeClr val="bg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Kliknij, aby edytować style wzorca </a:t>
            </a:r>
            <a:r>
              <a:rPr lang="pl-PL" dirty="0" err="1"/>
              <a:t>tekstuKliknij</a:t>
            </a:r>
            <a:r>
              <a:rPr lang="pl-PL" dirty="0"/>
              <a:t>, aby edytować style wzorca Kliknij</a:t>
            </a:r>
          </a:p>
        </p:txBody>
      </p:sp>
      <p:sp>
        <p:nvSpPr>
          <p:cNvPr id="25" name="Symbol zastępczy obrazu 2"/>
          <p:cNvSpPr>
            <a:spLocks noGrp="1"/>
          </p:cNvSpPr>
          <p:nvPr>
            <p:ph type="pic" idx="1"/>
          </p:nvPr>
        </p:nvSpPr>
        <p:spPr>
          <a:xfrm>
            <a:off x="1403648" y="116632"/>
            <a:ext cx="3168352" cy="662473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</a:p>
        </p:txBody>
      </p:sp>
      <p:sp>
        <p:nvSpPr>
          <p:cNvPr id="10" name="Symbol zastępczy tekstu 2"/>
          <p:cNvSpPr>
            <a:spLocks noGrp="1"/>
          </p:cNvSpPr>
          <p:nvPr>
            <p:ph type="body" idx="11"/>
          </p:nvPr>
        </p:nvSpPr>
        <p:spPr>
          <a:xfrm>
            <a:off x="4704169" y="116632"/>
            <a:ext cx="4313881" cy="2232248"/>
          </a:xfrm>
        </p:spPr>
        <p:txBody>
          <a:bodyPr lIns="0" anchor="ctr" anchorCtr="0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4400" b="1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Kliknij, aby edytować style wzorca tekstu</a:t>
            </a:r>
          </a:p>
        </p:txBody>
      </p:sp>
      <p:sp>
        <p:nvSpPr>
          <p:cNvPr id="8" name="Symbol zastępczy zawartości 2"/>
          <p:cNvSpPr>
            <a:spLocks noGrp="1"/>
          </p:cNvSpPr>
          <p:nvPr>
            <p:ph sz="half" idx="12"/>
          </p:nvPr>
        </p:nvSpPr>
        <p:spPr>
          <a:xfrm>
            <a:off x="4704169" y="3861048"/>
            <a:ext cx="4313882" cy="2880320"/>
          </a:xfrm>
        </p:spPr>
        <p:txBody>
          <a:bodyPr lIns="0" rIns="0"/>
          <a:lstStyle>
            <a:lvl1pPr>
              <a:defRPr sz="2800">
                <a:latin typeface="Calibri" panose="020F0502020204030204" pitchFamily="34" charset="0"/>
              </a:defRPr>
            </a:lvl1pPr>
            <a:lvl2pPr>
              <a:defRPr sz="2400">
                <a:latin typeface="Calibri" panose="020F0502020204030204" pitchFamily="34" charset="0"/>
              </a:defRPr>
            </a:lvl2pPr>
            <a:lvl3pPr>
              <a:defRPr sz="2000">
                <a:latin typeface="Calibri" panose="020F0502020204030204" pitchFamily="34" charset="0"/>
              </a:defRPr>
            </a:lvl3pPr>
            <a:lvl4pPr>
              <a:defRPr sz="1800">
                <a:latin typeface="Calibri" panose="020F0502020204030204" pitchFamily="34" charset="0"/>
              </a:defRPr>
            </a:lvl4pPr>
            <a:lvl5pPr>
              <a:defRPr sz="1800">
                <a:latin typeface="Calibri" panose="020F050202020403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 dirty="0"/>
              <a:t>Kliknij, aby edytować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</p:spTree>
    <p:extLst>
      <p:ext uri="{BB962C8B-B14F-4D97-AF65-F5344CB8AC3E}">
        <p14:creationId xmlns:p14="http://schemas.microsoft.com/office/powerpoint/2010/main" val="3723557781"/>
      </p:ext>
    </p:extLst>
  </p:cSld>
  <p:clrMapOvr>
    <a:masterClrMapping/>
  </p:clrMapOvr>
  <p:transition>
    <p:randomBa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" y="283"/>
            <a:ext cx="9143245" cy="6857434"/>
          </a:xfrm>
          <a:prstGeom prst="rect">
            <a:avLst/>
          </a:prstGeom>
        </p:spPr>
      </p:pic>
      <p:sp>
        <p:nvSpPr>
          <p:cNvPr id="5" name="Symbol zastępczy zawartości 2"/>
          <p:cNvSpPr>
            <a:spLocks noGrp="1"/>
          </p:cNvSpPr>
          <p:nvPr>
            <p:ph sz="half" idx="1"/>
          </p:nvPr>
        </p:nvSpPr>
        <p:spPr>
          <a:xfrm>
            <a:off x="755575" y="1556792"/>
            <a:ext cx="8262476" cy="5256584"/>
          </a:xfrm>
        </p:spPr>
        <p:txBody>
          <a:bodyPr lIns="0" rIns="0"/>
          <a:lstStyle>
            <a:lvl1pPr>
              <a:defRPr sz="2800">
                <a:latin typeface="Calibri" panose="020F0502020204030204" pitchFamily="34" charset="0"/>
              </a:defRPr>
            </a:lvl1pPr>
            <a:lvl2pPr>
              <a:defRPr sz="2400">
                <a:latin typeface="Calibri" panose="020F0502020204030204" pitchFamily="34" charset="0"/>
              </a:defRPr>
            </a:lvl2pPr>
            <a:lvl3pPr>
              <a:defRPr sz="2000">
                <a:latin typeface="Calibri" panose="020F0502020204030204" pitchFamily="34" charset="0"/>
              </a:defRPr>
            </a:lvl3pPr>
            <a:lvl4pPr>
              <a:defRPr sz="1800">
                <a:latin typeface="Calibri" panose="020F0502020204030204" pitchFamily="34" charset="0"/>
              </a:defRPr>
            </a:lvl4pPr>
            <a:lvl5pPr>
              <a:defRPr sz="1800">
                <a:latin typeface="Calibri" panose="020F050202020403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 dirty="0"/>
              <a:t>Kliknij, aby edytować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  <p:sp>
        <p:nvSpPr>
          <p:cNvPr id="8" name="Symbol zastępczy tekstu 2"/>
          <p:cNvSpPr>
            <a:spLocks noGrp="1"/>
          </p:cNvSpPr>
          <p:nvPr>
            <p:ph type="body" idx="10" hasCustomPrompt="1"/>
          </p:nvPr>
        </p:nvSpPr>
        <p:spPr>
          <a:xfrm>
            <a:off x="755575" y="116632"/>
            <a:ext cx="8284723" cy="504056"/>
          </a:xfrm>
        </p:spPr>
        <p:txBody>
          <a:bodyPr lIns="0" anchor="ctr" anchorCtr="0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Kliknij, aby edytować style wzorca </a:t>
            </a:r>
            <a:r>
              <a:rPr lang="pl-PL" dirty="0" err="1"/>
              <a:t>tekstuKliknij</a:t>
            </a:r>
            <a:r>
              <a:rPr lang="pl-PL" dirty="0"/>
              <a:t>, aby edytować style wzorca Kliknij</a:t>
            </a:r>
          </a:p>
        </p:txBody>
      </p:sp>
      <p:sp>
        <p:nvSpPr>
          <p:cNvPr id="9" name="Symbol zastępczy tekstu 2"/>
          <p:cNvSpPr>
            <a:spLocks noGrp="1"/>
          </p:cNvSpPr>
          <p:nvPr>
            <p:ph type="body" idx="11"/>
          </p:nvPr>
        </p:nvSpPr>
        <p:spPr>
          <a:xfrm>
            <a:off x="755575" y="620688"/>
            <a:ext cx="8284724" cy="864096"/>
          </a:xfrm>
        </p:spPr>
        <p:txBody>
          <a:bodyPr lIns="0" anchor="ctr" anchorCtr="0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4400" b="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Kliknij, aby edytować style wzorca </a:t>
            </a:r>
          </a:p>
        </p:txBody>
      </p:sp>
    </p:spTree>
    <p:extLst>
      <p:ext uri="{BB962C8B-B14F-4D97-AF65-F5344CB8AC3E}">
        <p14:creationId xmlns:p14="http://schemas.microsoft.com/office/powerpoint/2010/main" val="3654661862"/>
      </p:ext>
    </p:extLst>
  </p:cSld>
  <p:clrMapOvr>
    <a:masterClrMapping/>
  </p:clrMapOvr>
  <p:transition>
    <p:randomBa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az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" y="283"/>
            <a:ext cx="9143245" cy="6857434"/>
          </a:xfrm>
          <a:prstGeom prst="rect">
            <a:avLst/>
          </a:prstGeom>
        </p:spPr>
      </p:pic>
      <p:sp>
        <p:nvSpPr>
          <p:cNvPr id="8" name="Symbol zastępczy obrazu 2"/>
          <p:cNvSpPr>
            <a:spLocks noGrp="1"/>
          </p:cNvSpPr>
          <p:nvPr>
            <p:ph type="pic" idx="1"/>
          </p:nvPr>
        </p:nvSpPr>
        <p:spPr>
          <a:xfrm>
            <a:off x="755575" y="1844823"/>
            <a:ext cx="3672409" cy="496855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 dirty="0"/>
              <a:t>Kliknij ikonę, aby dodać obraz</a:t>
            </a:r>
          </a:p>
        </p:txBody>
      </p:sp>
      <p:sp>
        <p:nvSpPr>
          <p:cNvPr id="9" name="Symbol zastępczy zawartości 2"/>
          <p:cNvSpPr>
            <a:spLocks noGrp="1"/>
          </p:cNvSpPr>
          <p:nvPr>
            <p:ph idx="11"/>
          </p:nvPr>
        </p:nvSpPr>
        <p:spPr>
          <a:xfrm>
            <a:off x="4571428" y="1844823"/>
            <a:ext cx="4465067" cy="4968553"/>
          </a:xfrm>
        </p:spPr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</a:defRPr>
            </a:lvl5pPr>
          </a:lstStyle>
          <a:p>
            <a:pPr lvl="0"/>
            <a:r>
              <a:rPr lang="pl-PL" dirty="0"/>
              <a:t>Kliknij, aby edytować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  <p:sp>
        <p:nvSpPr>
          <p:cNvPr id="14" name="Symbol zastępczy tekstu 2"/>
          <p:cNvSpPr>
            <a:spLocks noGrp="1"/>
          </p:cNvSpPr>
          <p:nvPr>
            <p:ph type="body" idx="12"/>
          </p:nvPr>
        </p:nvSpPr>
        <p:spPr>
          <a:xfrm>
            <a:off x="755575" y="116632"/>
            <a:ext cx="8262475" cy="864096"/>
          </a:xfrm>
        </p:spPr>
        <p:txBody>
          <a:bodyPr lIns="0" anchor="ctr" anchorCtr="0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4400" b="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Kliknij, aby edytować style wzorca </a:t>
            </a:r>
          </a:p>
        </p:txBody>
      </p:sp>
      <p:sp>
        <p:nvSpPr>
          <p:cNvPr id="15" name="Symbol zastępczy tekstu 2"/>
          <p:cNvSpPr>
            <a:spLocks noGrp="1"/>
          </p:cNvSpPr>
          <p:nvPr>
            <p:ph type="body" idx="10" hasCustomPrompt="1"/>
          </p:nvPr>
        </p:nvSpPr>
        <p:spPr>
          <a:xfrm>
            <a:off x="755575" y="1120625"/>
            <a:ext cx="8280920" cy="508175"/>
          </a:xfrm>
          <a:solidFill>
            <a:srgbClr val="C00000"/>
          </a:solidFill>
        </p:spPr>
        <p:txBody>
          <a:bodyPr lIns="108000" rIns="108000" anchor="ctr" anchorCtr="0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>
                <a:solidFill>
                  <a:schemeClr val="bg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Kliknij, </a:t>
            </a:r>
            <a:r>
              <a:rPr lang="pl-PL" dirty="0" err="1"/>
              <a:t>abyować</a:t>
            </a:r>
            <a:r>
              <a:rPr lang="pl-PL" dirty="0"/>
              <a:t> style wzorca </a:t>
            </a:r>
            <a:r>
              <a:rPr lang="pl-PL" dirty="0" err="1"/>
              <a:t>tekstuKliknij</a:t>
            </a:r>
            <a:r>
              <a:rPr lang="pl-PL" dirty="0"/>
              <a:t>, aby edytować style wzorca Kliknij</a:t>
            </a:r>
          </a:p>
        </p:txBody>
      </p:sp>
    </p:spTree>
    <p:extLst>
      <p:ext uri="{BB962C8B-B14F-4D97-AF65-F5344CB8AC3E}">
        <p14:creationId xmlns:p14="http://schemas.microsoft.com/office/powerpoint/2010/main" val="2158467259"/>
      </p:ext>
    </p:extLst>
  </p:cSld>
  <p:clrMapOvr>
    <a:masterClrMapping/>
  </p:clrMapOvr>
  <p:transition>
    <p:randomBa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az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" y="283"/>
            <a:ext cx="9143245" cy="6857434"/>
          </a:xfrm>
          <a:prstGeom prst="rect">
            <a:avLst/>
          </a:prstGeom>
        </p:spPr>
      </p:pic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755575" y="1628800"/>
            <a:ext cx="4032449" cy="5112567"/>
          </a:xfrm>
        </p:spPr>
        <p:txBody>
          <a:bodyPr lIns="0" rIns="0"/>
          <a:lstStyle>
            <a:lvl1pPr>
              <a:defRPr sz="2800">
                <a:latin typeface="Calibri" panose="020F0502020204030204" pitchFamily="34" charset="0"/>
              </a:defRPr>
            </a:lvl1pPr>
            <a:lvl2pPr>
              <a:defRPr sz="2400">
                <a:latin typeface="Calibri" panose="020F0502020204030204" pitchFamily="34" charset="0"/>
              </a:defRPr>
            </a:lvl2pPr>
            <a:lvl3pPr>
              <a:defRPr sz="2000">
                <a:latin typeface="Calibri" panose="020F0502020204030204" pitchFamily="34" charset="0"/>
              </a:defRPr>
            </a:lvl3pPr>
            <a:lvl4pPr>
              <a:defRPr sz="1800">
                <a:latin typeface="Calibri" panose="020F0502020204030204" pitchFamily="34" charset="0"/>
              </a:defRPr>
            </a:lvl4pPr>
            <a:lvl5pPr>
              <a:defRPr sz="1800">
                <a:latin typeface="Calibri" panose="020F050202020403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 dirty="0"/>
              <a:t>Kliknij, aby edytować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  <p:sp>
        <p:nvSpPr>
          <p:cNvPr id="10" name="Symbol zastępczy zawartości 2"/>
          <p:cNvSpPr>
            <a:spLocks noGrp="1"/>
          </p:cNvSpPr>
          <p:nvPr>
            <p:ph sz="half" idx="11"/>
          </p:nvPr>
        </p:nvSpPr>
        <p:spPr>
          <a:xfrm>
            <a:off x="4932040" y="1628801"/>
            <a:ext cx="4108259" cy="5112566"/>
          </a:xfrm>
        </p:spPr>
        <p:txBody>
          <a:bodyPr lIns="0" rIns="0"/>
          <a:lstStyle>
            <a:lvl1pPr>
              <a:defRPr sz="2800">
                <a:latin typeface="Calibri" panose="020F0502020204030204" pitchFamily="34" charset="0"/>
              </a:defRPr>
            </a:lvl1pPr>
            <a:lvl2pPr>
              <a:defRPr sz="2400">
                <a:latin typeface="Calibri" panose="020F0502020204030204" pitchFamily="34" charset="0"/>
              </a:defRPr>
            </a:lvl2pPr>
            <a:lvl3pPr>
              <a:defRPr sz="2000">
                <a:latin typeface="Calibri" panose="020F0502020204030204" pitchFamily="34" charset="0"/>
              </a:defRPr>
            </a:lvl3pPr>
            <a:lvl4pPr>
              <a:defRPr sz="1800">
                <a:latin typeface="Calibri" panose="020F0502020204030204" pitchFamily="34" charset="0"/>
              </a:defRPr>
            </a:lvl4pPr>
            <a:lvl5pPr>
              <a:defRPr sz="1800">
                <a:latin typeface="Calibri" panose="020F050202020403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 dirty="0"/>
              <a:t>Kliknij, aby edytować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  <p:sp>
        <p:nvSpPr>
          <p:cNvPr id="12" name="Symbol zastępczy tekstu 2"/>
          <p:cNvSpPr>
            <a:spLocks noGrp="1"/>
          </p:cNvSpPr>
          <p:nvPr>
            <p:ph type="body" idx="10" hasCustomPrompt="1"/>
          </p:nvPr>
        </p:nvSpPr>
        <p:spPr>
          <a:xfrm>
            <a:off x="755575" y="44624"/>
            <a:ext cx="8284723" cy="504056"/>
          </a:xfrm>
        </p:spPr>
        <p:txBody>
          <a:bodyPr lIns="0" anchor="ctr" anchorCtr="0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Kliknij, aby edytować style wzorca </a:t>
            </a:r>
            <a:r>
              <a:rPr lang="pl-PL" dirty="0" err="1"/>
              <a:t>tekstuKliknij</a:t>
            </a:r>
            <a:r>
              <a:rPr lang="pl-PL" dirty="0"/>
              <a:t>, aby edytować style wzorca </a:t>
            </a:r>
          </a:p>
        </p:txBody>
      </p:sp>
      <p:sp>
        <p:nvSpPr>
          <p:cNvPr id="13" name="Symbol zastępczy tekstu 2"/>
          <p:cNvSpPr>
            <a:spLocks noGrp="1"/>
          </p:cNvSpPr>
          <p:nvPr>
            <p:ph type="body" idx="12"/>
          </p:nvPr>
        </p:nvSpPr>
        <p:spPr>
          <a:xfrm>
            <a:off x="755575" y="548680"/>
            <a:ext cx="8284724" cy="864096"/>
          </a:xfrm>
        </p:spPr>
        <p:txBody>
          <a:bodyPr lIns="0" anchor="ctr" anchorCtr="0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4400" b="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Kliknij, aby edytować style wzorca </a:t>
            </a:r>
          </a:p>
        </p:txBody>
      </p:sp>
    </p:spTree>
    <p:extLst>
      <p:ext uri="{BB962C8B-B14F-4D97-AF65-F5344CB8AC3E}">
        <p14:creationId xmlns:p14="http://schemas.microsoft.com/office/powerpoint/2010/main" val="3668959180"/>
      </p:ext>
    </p:extLst>
  </p:cSld>
  <p:clrMapOvr>
    <a:masterClrMapping/>
  </p:clrMapOvr>
  <p:transition>
    <p:randomBa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az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" y="283"/>
            <a:ext cx="9143245" cy="6857434"/>
          </a:xfrm>
          <a:prstGeom prst="rect">
            <a:avLst/>
          </a:prstGeom>
        </p:spPr>
      </p:pic>
      <p:sp>
        <p:nvSpPr>
          <p:cNvPr id="11" name="Symbol zastępczy zawartości 2"/>
          <p:cNvSpPr>
            <a:spLocks noGrp="1"/>
          </p:cNvSpPr>
          <p:nvPr>
            <p:ph sz="half" idx="1"/>
          </p:nvPr>
        </p:nvSpPr>
        <p:spPr>
          <a:xfrm>
            <a:off x="755576" y="1628800"/>
            <a:ext cx="4050414" cy="5184575"/>
          </a:xfrm>
        </p:spPr>
        <p:txBody>
          <a:bodyPr lIns="0" rIns="0"/>
          <a:lstStyle>
            <a:lvl1pPr>
              <a:defRPr sz="2800">
                <a:latin typeface="Calibri" panose="020F0502020204030204" pitchFamily="34" charset="0"/>
              </a:defRPr>
            </a:lvl1pPr>
            <a:lvl2pPr>
              <a:defRPr sz="2400">
                <a:latin typeface="Calibri" panose="020F0502020204030204" pitchFamily="34" charset="0"/>
              </a:defRPr>
            </a:lvl2pPr>
            <a:lvl3pPr>
              <a:defRPr sz="2000">
                <a:latin typeface="Calibri" panose="020F0502020204030204" pitchFamily="34" charset="0"/>
              </a:defRPr>
            </a:lvl3pPr>
            <a:lvl4pPr>
              <a:defRPr sz="1800">
                <a:latin typeface="Calibri" panose="020F0502020204030204" pitchFamily="34" charset="0"/>
              </a:defRPr>
            </a:lvl4pPr>
            <a:lvl5pPr>
              <a:defRPr sz="1800">
                <a:latin typeface="Calibri" panose="020F050202020403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 dirty="0"/>
              <a:t>Kliknij, aby edytować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  <p:sp>
        <p:nvSpPr>
          <p:cNvPr id="12" name="Symbol zastępczy zawartości 2"/>
          <p:cNvSpPr>
            <a:spLocks noGrp="1"/>
          </p:cNvSpPr>
          <p:nvPr>
            <p:ph sz="half" idx="11"/>
          </p:nvPr>
        </p:nvSpPr>
        <p:spPr>
          <a:xfrm>
            <a:off x="5004048" y="1628800"/>
            <a:ext cx="4050414" cy="5184575"/>
          </a:xfrm>
        </p:spPr>
        <p:txBody>
          <a:bodyPr lIns="0" rIns="0"/>
          <a:lstStyle>
            <a:lvl1pPr>
              <a:defRPr sz="2800">
                <a:latin typeface="Calibri" panose="020F0502020204030204" pitchFamily="34" charset="0"/>
              </a:defRPr>
            </a:lvl1pPr>
            <a:lvl2pPr>
              <a:defRPr sz="2400">
                <a:latin typeface="Calibri" panose="020F0502020204030204" pitchFamily="34" charset="0"/>
              </a:defRPr>
            </a:lvl2pPr>
            <a:lvl3pPr>
              <a:defRPr sz="2000">
                <a:latin typeface="Calibri" panose="020F0502020204030204" pitchFamily="34" charset="0"/>
              </a:defRPr>
            </a:lvl3pPr>
            <a:lvl4pPr>
              <a:defRPr sz="1800">
                <a:latin typeface="Calibri" panose="020F0502020204030204" pitchFamily="34" charset="0"/>
              </a:defRPr>
            </a:lvl4pPr>
            <a:lvl5pPr>
              <a:defRPr sz="1800">
                <a:latin typeface="Calibri" panose="020F050202020403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 dirty="0"/>
              <a:t>Kliknij, aby edytować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  <p:sp>
        <p:nvSpPr>
          <p:cNvPr id="16" name="Symbol zastępczy tekstu 2"/>
          <p:cNvSpPr>
            <a:spLocks noGrp="1"/>
          </p:cNvSpPr>
          <p:nvPr>
            <p:ph type="body" idx="12"/>
          </p:nvPr>
        </p:nvSpPr>
        <p:spPr>
          <a:xfrm>
            <a:off x="755575" y="116632"/>
            <a:ext cx="8262475" cy="864096"/>
          </a:xfrm>
        </p:spPr>
        <p:txBody>
          <a:bodyPr lIns="0" anchor="ctr" anchorCtr="0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4400" b="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Kliknij, aby edytować style wzorca </a:t>
            </a:r>
          </a:p>
        </p:txBody>
      </p:sp>
      <p:sp>
        <p:nvSpPr>
          <p:cNvPr id="17" name="Symbol zastępczy tekstu 2"/>
          <p:cNvSpPr>
            <a:spLocks noGrp="1"/>
          </p:cNvSpPr>
          <p:nvPr>
            <p:ph type="body" idx="10" hasCustomPrompt="1"/>
          </p:nvPr>
        </p:nvSpPr>
        <p:spPr>
          <a:xfrm>
            <a:off x="755576" y="1120625"/>
            <a:ext cx="4050414" cy="508175"/>
          </a:xfrm>
          <a:solidFill>
            <a:srgbClr val="C00000"/>
          </a:solidFill>
        </p:spPr>
        <p:txBody>
          <a:bodyPr lIns="108000" rIns="108000" anchor="ctr" anchorCtr="0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200">
                <a:solidFill>
                  <a:schemeClr val="bg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Kliknij, aby edytować style wzorca </a:t>
            </a:r>
            <a:r>
              <a:rPr lang="pl-PL" dirty="0" err="1"/>
              <a:t>tekstuKliknij</a:t>
            </a:r>
            <a:r>
              <a:rPr lang="pl-PL" dirty="0"/>
              <a:t>, aby edytować style wzorca Kliknij</a:t>
            </a:r>
          </a:p>
        </p:txBody>
      </p:sp>
      <p:sp>
        <p:nvSpPr>
          <p:cNvPr id="19" name="Symbol zastępczy tekstu 2"/>
          <p:cNvSpPr>
            <a:spLocks noGrp="1"/>
          </p:cNvSpPr>
          <p:nvPr>
            <p:ph type="body" idx="13" hasCustomPrompt="1"/>
          </p:nvPr>
        </p:nvSpPr>
        <p:spPr>
          <a:xfrm>
            <a:off x="5004048" y="1120625"/>
            <a:ext cx="4050414" cy="508175"/>
          </a:xfrm>
          <a:solidFill>
            <a:srgbClr val="C00000"/>
          </a:solidFill>
        </p:spPr>
        <p:txBody>
          <a:bodyPr lIns="108000" rIns="108000" anchor="ctr" anchorCtr="0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200">
                <a:solidFill>
                  <a:schemeClr val="bg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Kliknij, aby edytować style wzorca </a:t>
            </a:r>
            <a:r>
              <a:rPr lang="pl-PL" dirty="0" err="1"/>
              <a:t>tekstuKliknij</a:t>
            </a:r>
            <a:r>
              <a:rPr lang="pl-PL" dirty="0"/>
              <a:t>, aby edytować style wzorca Kliknij</a:t>
            </a:r>
          </a:p>
        </p:txBody>
      </p:sp>
    </p:spTree>
    <p:extLst>
      <p:ext uri="{BB962C8B-B14F-4D97-AF65-F5344CB8AC3E}">
        <p14:creationId xmlns:p14="http://schemas.microsoft.com/office/powerpoint/2010/main" val="3479639312"/>
      </p:ext>
    </p:extLst>
  </p:cSld>
  <p:clrMapOvr>
    <a:masterClrMapping/>
  </p:clrMapOvr>
  <p:transition>
    <p:randomBa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raz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" y="283"/>
            <a:ext cx="9143245" cy="6857434"/>
          </a:xfrm>
          <a:prstGeom prst="rect">
            <a:avLst/>
          </a:prstGeom>
        </p:spPr>
      </p:pic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683568" y="116632"/>
            <a:ext cx="3312368" cy="131846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 dirty="0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4139952" y="116632"/>
            <a:ext cx="4896544" cy="662473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 dirty="0"/>
              <a:t>Kliknij, aby edytować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683568" y="1435100"/>
            <a:ext cx="3312368" cy="530626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 dirty="0"/>
              <a:t>Kliknij, aby edytować style wzorca tekstu</a:t>
            </a:r>
          </a:p>
        </p:txBody>
      </p:sp>
    </p:spTree>
    <p:extLst>
      <p:ext uri="{BB962C8B-B14F-4D97-AF65-F5344CB8AC3E}">
        <p14:creationId xmlns:p14="http://schemas.microsoft.com/office/powerpoint/2010/main" val="472114310"/>
      </p:ext>
    </p:extLst>
  </p:cSld>
  <p:clrMapOvr>
    <a:masterClrMapping/>
  </p:clrMapOvr>
  <p:transition>
    <p:randomBa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raz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" y="283"/>
            <a:ext cx="9143245" cy="6857434"/>
          </a:xfrm>
          <a:prstGeom prst="rect">
            <a:avLst/>
          </a:prstGeom>
        </p:spPr>
      </p:pic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2253952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 dirty="0"/>
              <a:t>Kliknij, aby edytować styl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755576" y="283"/>
            <a:ext cx="8388046" cy="47272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 dirty="0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2253952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 dirty="0"/>
              <a:t>Kliknij, aby edytować style wzorca tekstu</a:t>
            </a:r>
          </a:p>
        </p:txBody>
      </p:sp>
    </p:spTree>
    <p:extLst>
      <p:ext uri="{BB962C8B-B14F-4D97-AF65-F5344CB8AC3E}">
        <p14:creationId xmlns:p14="http://schemas.microsoft.com/office/powerpoint/2010/main" val="1663897851"/>
      </p:ext>
    </p:extLst>
  </p:cSld>
  <p:clrMapOvr>
    <a:masterClrMapping/>
  </p:clrMapOvr>
  <p:transition>
    <p:randomBa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" y="283"/>
            <a:ext cx="9143245" cy="6857434"/>
          </a:xfrm>
          <a:prstGeom prst="rect">
            <a:avLst/>
          </a:prstGeom>
        </p:spPr>
      </p:pic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55576" y="116632"/>
            <a:ext cx="8280920" cy="1548656"/>
          </a:xfrm>
        </p:spPr>
        <p:txBody>
          <a:bodyPr/>
          <a:lstStyle>
            <a:lvl1pPr>
              <a:defRPr b="0"/>
            </a:lvl1pPr>
          </a:lstStyle>
          <a:p>
            <a:r>
              <a:rPr lang="pl-PL" dirty="0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755576" y="1772816"/>
            <a:ext cx="8280920" cy="4968551"/>
          </a:xfrm>
        </p:spPr>
        <p:txBody>
          <a:bodyPr vert="eaVert"/>
          <a:lstStyle/>
          <a:p>
            <a:pPr lvl="0"/>
            <a:r>
              <a:rPr lang="pl-PL" dirty="0"/>
              <a:t>Kliknij, aby edytować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</p:spTree>
    <p:extLst>
      <p:ext uri="{BB962C8B-B14F-4D97-AF65-F5344CB8AC3E}">
        <p14:creationId xmlns:p14="http://schemas.microsoft.com/office/powerpoint/2010/main" val="1486849646"/>
      </p:ext>
    </p:extLst>
  </p:cSld>
  <p:clrMapOvr>
    <a:masterClrMapping/>
  </p:clrMapOvr>
  <p:transition>
    <p:randomBa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" y="283"/>
            <a:ext cx="9143245" cy="6857434"/>
          </a:xfrm>
          <a:prstGeom prst="rect">
            <a:avLst/>
          </a:prstGeom>
        </p:spPr>
      </p:pic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629400" y="116632"/>
            <a:ext cx="2407096" cy="6696744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pl-PL" dirty="0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755576" y="116632"/>
            <a:ext cx="5721424" cy="6696744"/>
          </a:xfrm>
        </p:spPr>
        <p:txBody>
          <a:bodyPr vert="eaVert"/>
          <a:lstStyle/>
          <a:p>
            <a:pPr lvl="0"/>
            <a:r>
              <a:rPr lang="pl-PL" dirty="0"/>
              <a:t>Kliknij, aby edytować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</p:spTree>
    <p:extLst>
      <p:ext uri="{BB962C8B-B14F-4D97-AF65-F5344CB8AC3E}">
        <p14:creationId xmlns:p14="http://schemas.microsoft.com/office/powerpoint/2010/main" val="1242358533"/>
      </p:ext>
    </p:extLst>
  </p:cSld>
  <p:clrMapOvr>
    <a:masterClrMapping/>
  </p:clrMapOvr>
  <p:transition>
    <p:randomBa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0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107504" y="116632"/>
            <a:ext cx="8280920" cy="1548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l-PL" altLang="pl-PL" dirty="0"/>
              <a:t>Kliknij, aby edytować styl wzorca tytułu</a:t>
            </a:r>
          </a:p>
        </p:txBody>
      </p:sp>
      <p:sp>
        <p:nvSpPr>
          <p:cNvPr id="9231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7504" y="1772816"/>
            <a:ext cx="8280920" cy="4969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l-PL" altLang="pl-PL" dirty="0"/>
              <a:t>Kliknij, aby edytować style wzorca tekstu</a:t>
            </a:r>
          </a:p>
          <a:p>
            <a:pPr lvl="1"/>
            <a:r>
              <a:rPr lang="pl-PL" altLang="pl-PL" dirty="0"/>
              <a:t>Drugi poziom</a:t>
            </a:r>
          </a:p>
          <a:p>
            <a:pPr lvl="2"/>
            <a:r>
              <a:rPr lang="pl-PL" altLang="pl-PL" dirty="0"/>
              <a:t>Trzeci poziom</a:t>
            </a:r>
          </a:p>
          <a:p>
            <a:pPr lvl="3"/>
            <a:r>
              <a:rPr lang="pl-PL" altLang="pl-PL" dirty="0"/>
              <a:t>Czwarty poziom</a:t>
            </a:r>
          </a:p>
          <a:p>
            <a:pPr lvl="4"/>
            <a:r>
              <a:rPr lang="pl-PL" altLang="pl-PL" dirty="0"/>
              <a:t>Piąty poziom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2" r:id="rId2"/>
    <p:sldLayoutId id="2147483651" r:id="rId3"/>
    <p:sldLayoutId id="2147483652" r:id="rId4"/>
    <p:sldLayoutId id="2147483653" r:id="rId5"/>
    <p:sldLayoutId id="2147483654" r:id="rId6"/>
    <p:sldLayoutId id="2147483671" r:id="rId7"/>
    <p:sldLayoutId id="2147483672" r:id="rId8"/>
    <p:sldLayoutId id="2147483673" r:id="rId9"/>
    <p:sldLayoutId id="2147483674" r:id="rId10"/>
  </p:sldLayoutIdLst>
  <p:transition>
    <p:randomBar/>
  </p:transition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0">
          <a:solidFill>
            <a:schemeClr val="tx1"/>
          </a:solidFill>
          <a:latin typeface="Calibri" panose="020F0502020204030204" pitchFamily="34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Calibri" panose="020F050202020403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Calibri" panose="020F050202020403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Calibri" panose="020F050202020403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alibri" panose="020F050202020403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tekstu 2"/>
          <p:cNvSpPr>
            <a:spLocks noGrp="1"/>
          </p:cNvSpPr>
          <p:nvPr>
            <p:ph type="body" idx="11"/>
          </p:nvPr>
        </p:nvSpPr>
        <p:spPr>
          <a:xfrm>
            <a:off x="1442068" y="498859"/>
            <a:ext cx="7250374" cy="4667334"/>
          </a:xfrm>
        </p:spPr>
        <p:txBody>
          <a:bodyPr/>
          <a:lstStyle/>
          <a:p>
            <a:r>
              <a:rPr lang="pl-PL" sz="8800" b="0" u="sng" err="1">
                <a:latin typeface="Calibri"/>
                <a:ea typeface="Calibri"/>
                <a:cs typeface="Calibri"/>
              </a:rPr>
              <a:t>Dice</a:t>
            </a:r>
            <a:r>
              <a:rPr lang="pl-PL" sz="8800" b="0" u="sng" dirty="0">
                <a:latin typeface="Calibri"/>
                <a:ea typeface="Calibri"/>
                <a:cs typeface="Calibri"/>
              </a:rPr>
              <a:t> </a:t>
            </a:r>
            <a:r>
              <a:rPr lang="pl-PL" sz="8800" b="0" u="sng" err="1">
                <a:latin typeface="Calibri"/>
                <a:ea typeface="Calibri"/>
                <a:cs typeface="Calibri"/>
              </a:rPr>
              <a:t>Thrower</a:t>
            </a:r>
            <a:endParaRPr lang="en-US" sz="8800" u="sng" err="1"/>
          </a:p>
          <a:p>
            <a:endParaRPr lang="pl-PL"/>
          </a:p>
          <a:p>
            <a:r>
              <a:rPr lang="pl-PL" sz="4800" dirty="0">
                <a:latin typeface="Calibri"/>
                <a:ea typeface="Calibri"/>
                <a:cs typeface="Calibri"/>
              </a:rPr>
              <a:t>Projekt urządzenia do symulacji rzutów kości RPG</a:t>
            </a:r>
            <a:endParaRPr lang="pl-PL" sz="4800" dirty="0"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3FE3C9-5CE8-6B7A-AEDF-E4A31349681C}"/>
              </a:ext>
            </a:extLst>
          </p:cNvPr>
          <p:cNvSpPr txBox="1"/>
          <p:nvPr/>
        </p:nvSpPr>
        <p:spPr>
          <a:xfrm>
            <a:off x="1446760" y="5531134"/>
            <a:ext cx="591282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dirty="0">
                <a:latin typeface="Arial"/>
                <a:cs typeface="Arial"/>
              </a:rPr>
              <a:t>Patryk </a:t>
            </a:r>
            <a:r>
              <a:rPr lang="en-GB" sz="2400" dirty="0" err="1">
                <a:latin typeface="Arial"/>
                <a:cs typeface="Arial"/>
              </a:rPr>
              <a:t>Żymełka</a:t>
            </a:r>
            <a:r>
              <a:rPr lang="en-GB" sz="2400" dirty="0">
                <a:latin typeface="Arial"/>
                <a:cs typeface="Arial"/>
              </a:rPr>
              <a:t> 263559</a:t>
            </a:r>
            <a:endParaRPr lang="en-GB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959CED-412F-78E9-5550-7E95586E36D3}"/>
              </a:ext>
            </a:extLst>
          </p:cNvPr>
          <p:cNvSpPr/>
          <p:nvPr/>
        </p:nvSpPr>
        <p:spPr>
          <a:xfrm>
            <a:off x="1328186" y="976949"/>
            <a:ext cx="6653329" cy="12737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3660310"/>
      </p:ext>
    </p:extLst>
  </p:cSld>
  <p:clrMapOvr>
    <a:masterClrMapping/>
  </p:clrMapOvr>
  <p:transition>
    <p:randomBa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687EDD7-B4FD-4876-664A-7CC21B0919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5575" y="1052369"/>
            <a:ext cx="8573717" cy="5288781"/>
          </a:xfrm>
        </p:spPr>
        <p:txBody>
          <a:bodyPr/>
          <a:lstStyle/>
          <a:p>
            <a:pPr marL="0" indent="0">
              <a:buNone/>
            </a:pPr>
            <a:r>
              <a:rPr lang="pl-PL" dirty="0">
                <a:latin typeface="Calibri"/>
                <a:ea typeface="Calibri"/>
                <a:cs typeface="Calibri"/>
              </a:rPr>
              <a:t>Celem projektu jest stworzenie przenośnego urządzenia symulującego rzuty siedmioma standardowymi kośćmi wykorzystywanymi w grach fabularnych RPG (D4, D6, D8, D10, D12, D20, D100). Projekt umożliwi użytkownikowi wybór rodzaju i ilości kości a następnie potrząsając urządzeniem, wygeneruje losowy wynik, który zostanie wyświetlony na wbudowanym ekranie.  </a:t>
            </a:r>
            <a:endParaRPr lang="pl-PL" dirty="0">
              <a:latin typeface="Calibri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93F1F5-75EA-B5CA-377E-F14EFFEB0521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73D335-F335-9873-3C3A-A14EA51F16CC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755575" y="191392"/>
            <a:ext cx="8284724" cy="864096"/>
          </a:xfrm>
        </p:spPr>
        <p:txBody>
          <a:bodyPr/>
          <a:lstStyle/>
          <a:p>
            <a:r>
              <a:rPr lang="en-GB" dirty="0" err="1">
                <a:latin typeface="Calibri"/>
                <a:ea typeface="Calibri"/>
                <a:cs typeface="Calibri"/>
              </a:rPr>
              <a:t>Koncepcja</a:t>
            </a:r>
            <a:r>
              <a:rPr lang="en-GB" dirty="0">
                <a:latin typeface="Calibri"/>
                <a:ea typeface="Calibri"/>
                <a:cs typeface="Calibri"/>
              </a:rPr>
              <a:t> </a:t>
            </a:r>
            <a:r>
              <a:rPr lang="en-GB" dirty="0" err="1">
                <a:latin typeface="Calibri"/>
                <a:ea typeface="Calibri"/>
                <a:cs typeface="Calibri"/>
              </a:rPr>
              <a:t>Projektu</a:t>
            </a:r>
            <a:endParaRPr lang="en-US" dirty="0" err="1"/>
          </a:p>
        </p:txBody>
      </p:sp>
      <p:pic>
        <p:nvPicPr>
          <p:cNvPr id="5" name="Picture 4" descr="kości RPG Kamienie Księżycowe - Awenturyn - komplet 7 sztuk, zestaw kości -  Xjoy.pl">
            <a:extLst>
              <a:ext uri="{FF2B5EF4-FFF2-40B4-BE49-F238E27FC236}">
                <a16:creationId xmlns:a16="http://schemas.microsoft.com/office/drawing/2014/main" id="{842A2854-7004-668E-184D-45B0BB378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0344" y="4053625"/>
            <a:ext cx="2678805" cy="2689538"/>
          </a:xfrm>
          <a:prstGeom prst="rect">
            <a:avLst/>
          </a:prstGeom>
        </p:spPr>
      </p:pic>
      <p:pic>
        <p:nvPicPr>
          <p:cNvPr id="7" name="Picture 6" descr="Zestawy kości Dungeons and Dragons – mechaniki i typowe zastosowania – Blog  o RPG">
            <a:extLst>
              <a:ext uri="{FF2B5EF4-FFF2-40B4-BE49-F238E27FC236}">
                <a16:creationId xmlns:a16="http://schemas.microsoft.com/office/drawing/2014/main" id="{B6822205-5C39-FCA3-24FF-496BEBA831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415" y="4280516"/>
            <a:ext cx="5061397" cy="2085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651979"/>
      </p:ext>
    </p:extLst>
  </p:cSld>
  <p:clrMapOvr>
    <a:masterClrMapping/>
  </p:clrMapOvr>
  <p:transition>
    <p:randomBa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D599711-C9D4-939D-B493-2324F72024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5575" y="953130"/>
            <a:ext cx="8262476" cy="5256584"/>
          </a:xfrm>
        </p:spPr>
        <p:txBody>
          <a:bodyPr/>
          <a:lstStyle/>
          <a:p>
            <a:r>
              <a:rPr lang="pl-PL" dirty="0">
                <a:latin typeface="Calibri"/>
                <a:ea typeface="Calibri"/>
                <a:cs typeface="Calibri"/>
              </a:rPr>
              <a:t>Symulator rzutów kości - Urządzenie musi mieć możliwość rzucania siedmioma rodzajami kości D4, D6, D8, D10, D12, D20, D100. </a:t>
            </a:r>
            <a:endParaRPr lang="pl-PL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l-PL" dirty="0">
                <a:latin typeface="Calibri"/>
                <a:ea typeface="Calibri"/>
                <a:cs typeface="Calibri"/>
              </a:rPr>
              <a:t>Wyświetlanie wyników - By pokazać użytkownikowi wyniki urządzenie musi obsługiwać wyświetlacz OLED.</a:t>
            </a:r>
          </a:p>
          <a:p>
            <a:r>
              <a:rPr lang="pl-PL" dirty="0">
                <a:latin typeface="Calibri"/>
                <a:ea typeface="Calibri"/>
                <a:cs typeface="Calibri"/>
              </a:rPr>
              <a:t>Elementy Interaktywne:</a:t>
            </a:r>
          </a:p>
          <a:p>
            <a:pPr marL="0" indent="0">
              <a:buNone/>
            </a:pPr>
            <a:r>
              <a:rPr lang="pl-PL" dirty="0">
                <a:latin typeface="Calibri"/>
                <a:ea typeface="Calibri"/>
                <a:cs typeface="Calibri"/>
              </a:rPr>
              <a:t>  </a:t>
            </a:r>
            <a:r>
              <a:rPr lang="pl-PL" sz="3200" dirty="0">
                <a:latin typeface="Calibri"/>
                <a:ea typeface="Calibri"/>
                <a:cs typeface="Calibri"/>
              </a:rPr>
              <a:t> </a:t>
            </a:r>
            <a:r>
              <a:rPr lang="pl-PL" sz="2400" dirty="0">
                <a:latin typeface="Calibri"/>
                <a:ea typeface="Calibri"/>
                <a:cs typeface="Calibri"/>
              </a:rPr>
              <a:t>A)Guziki do wybierania rodzaju i ilości kości</a:t>
            </a:r>
          </a:p>
          <a:p>
            <a:pPr marL="0" indent="0">
              <a:buNone/>
            </a:pPr>
            <a:r>
              <a:rPr lang="pl-PL" sz="2400" dirty="0">
                <a:latin typeface="Calibri"/>
                <a:ea typeface="Calibri"/>
                <a:cs typeface="Calibri"/>
              </a:rPr>
              <a:t>     B)Wyświetlanie wyników poprzez potrząsanie urządzeniem</a:t>
            </a:r>
            <a:endParaRPr lang="pl-PL" sz="24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pl-PL" sz="2400" dirty="0">
                <a:latin typeface="Calibri"/>
                <a:ea typeface="Calibri"/>
                <a:cs typeface="Calibri"/>
              </a:rPr>
              <a:t>     C)Element dźwiękowy przy potrząsaniu</a:t>
            </a:r>
            <a:endParaRPr lang="pl-PL" sz="24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l-PL" dirty="0">
                <a:latin typeface="Calibri"/>
                <a:ea typeface="Calibri"/>
                <a:cs typeface="Calibri"/>
              </a:rPr>
              <a:t>Przenośność - urządzenie musi być kompaktowe by można je było przenieść i używać poza domem.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90C566-E464-1AD4-E531-D4489558E4B0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2DE0A6-8EF6-8873-8F6B-165090265267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755575" y="195156"/>
            <a:ext cx="8284724" cy="864096"/>
          </a:xfrm>
        </p:spPr>
        <p:txBody>
          <a:bodyPr/>
          <a:lstStyle/>
          <a:p>
            <a:r>
              <a:rPr lang="en-GB" dirty="0" err="1">
                <a:latin typeface="Calibri"/>
                <a:ea typeface="Calibri"/>
                <a:cs typeface="Calibri"/>
              </a:rPr>
              <a:t>Założenia</a:t>
            </a:r>
            <a:r>
              <a:rPr lang="en-GB" dirty="0">
                <a:latin typeface="Calibri"/>
                <a:ea typeface="Calibri"/>
                <a:cs typeface="Calibri"/>
              </a:rPr>
              <a:t> </a:t>
            </a:r>
            <a:r>
              <a:rPr lang="en-GB" dirty="0" err="1">
                <a:latin typeface="Calibri"/>
                <a:ea typeface="Calibri"/>
                <a:cs typeface="Calibri"/>
              </a:rPr>
              <a:t>Projektowe</a:t>
            </a:r>
            <a:endParaRPr lang="en-GB" dirty="0" err="1"/>
          </a:p>
        </p:txBody>
      </p:sp>
    </p:spTree>
    <p:extLst>
      <p:ext uri="{BB962C8B-B14F-4D97-AF65-F5344CB8AC3E}">
        <p14:creationId xmlns:p14="http://schemas.microsoft.com/office/powerpoint/2010/main" val="2003871215"/>
      </p:ext>
    </p:extLst>
  </p:cSld>
  <p:clrMapOvr>
    <a:masterClrMapping/>
  </p:clrMapOvr>
  <p:transition>
    <p:randomBa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4951FAE-7683-09E1-03CA-F97E79945BC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>
                <a:latin typeface="Calibri"/>
                <a:ea typeface="Calibri"/>
                <a:cs typeface="Calibri"/>
              </a:rPr>
              <a:t>ESP32 STM32F411CEU6 </a:t>
            </a:r>
            <a:r>
              <a:rPr lang="en-GB" dirty="0" err="1">
                <a:latin typeface="Calibri"/>
                <a:ea typeface="Calibri"/>
                <a:cs typeface="Calibri"/>
              </a:rPr>
              <a:t>Blackpill</a:t>
            </a:r>
            <a:r>
              <a:rPr lang="en-GB" dirty="0">
                <a:latin typeface="Calibri"/>
                <a:ea typeface="Calibri"/>
                <a:cs typeface="Calibri"/>
              </a:rPr>
              <a:t> Board </a:t>
            </a:r>
          </a:p>
          <a:p>
            <a:r>
              <a:rPr lang="en-GB" dirty="0">
                <a:latin typeface="Calibri"/>
                <a:ea typeface="Calibri"/>
                <a:cs typeface="Calibri"/>
              </a:rPr>
              <a:t>Ogniwo 18650 3000mAh Li-On</a:t>
            </a:r>
          </a:p>
          <a:p>
            <a:r>
              <a:rPr lang="en-GB" err="1">
                <a:latin typeface="Calibri"/>
                <a:ea typeface="Calibri"/>
                <a:cs typeface="Calibri"/>
              </a:rPr>
              <a:t>Wyświetlacz</a:t>
            </a:r>
            <a:r>
              <a:rPr lang="en-GB" dirty="0">
                <a:latin typeface="Calibri"/>
                <a:ea typeface="Calibri"/>
                <a:cs typeface="Calibri"/>
              </a:rPr>
              <a:t> OLED SH1106 1,3" 128x64px</a:t>
            </a:r>
          </a:p>
          <a:p>
            <a:r>
              <a:rPr lang="en-GB" dirty="0">
                <a:latin typeface="Calibri"/>
                <a:ea typeface="Calibri"/>
                <a:cs typeface="Calibri"/>
              </a:rPr>
              <a:t>3-osiowy </a:t>
            </a:r>
            <a:r>
              <a:rPr lang="en-GB" err="1">
                <a:latin typeface="Calibri"/>
                <a:ea typeface="Calibri"/>
                <a:cs typeface="Calibri"/>
              </a:rPr>
              <a:t>akcelerometr</a:t>
            </a:r>
            <a:r>
              <a:rPr lang="en-GB" dirty="0">
                <a:latin typeface="Calibri"/>
                <a:ea typeface="Calibri"/>
                <a:cs typeface="Calibri"/>
              </a:rPr>
              <a:t> </a:t>
            </a:r>
            <a:r>
              <a:rPr lang="en-GB" err="1">
                <a:latin typeface="Calibri"/>
                <a:ea typeface="Calibri"/>
                <a:cs typeface="Calibri"/>
              </a:rPr>
              <a:t>cyfrowy</a:t>
            </a:r>
            <a:r>
              <a:rPr lang="en-GB">
                <a:latin typeface="Calibri"/>
                <a:ea typeface="Calibri"/>
                <a:cs typeface="Calibri"/>
              </a:rPr>
              <a:t> LIS3DH - Adafruit 2809</a:t>
            </a:r>
          </a:p>
          <a:p>
            <a:r>
              <a:rPr lang="en-GB" dirty="0" err="1">
                <a:latin typeface="Calibri"/>
                <a:ea typeface="Calibri"/>
                <a:cs typeface="Calibri"/>
              </a:rPr>
              <a:t>Przetwornica</a:t>
            </a:r>
            <a:r>
              <a:rPr lang="en-GB" dirty="0">
                <a:latin typeface="Calibri"/>
                <a:ea typeface="Calibri"/>
                <a:cs typeface="Calibri"/>
              </a:rPr>
              <a:t> step-down – LM2596</a:t>
            </a:r>
          </a:p>
          <a:p>
            <a:r>
              <a:rPr lang="en-GB" dirty="0" err="1">
                <a:latin typeface="Calibri"/>
                <a:ea typeface="Calibri"/>
                <a:cs typeface="Calibri"/>
              </a:rPr>
              <a:t>Głośnik</a:t>
            </a:r>
            <a:r>
              <a:rPr lang="en-GB" dirty="0">
                <a:latin typeface="Calibri"/>
                <a:ea typeface="Calibri"/>
                <a:cs typeface="Calibri"/>
              </a:rPr>
              <a:t> MG15 0,1W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7D62A-8944-EC72-3EAC-574762A3B415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A06B33-3CFB-4AE7-0D4D-58AB29114D42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en-GB" dirty="0">
                <a:latin typeface="Calibri"/>
                <a:ea typeface="Calibri"/>
                <a:cs typeface="Calibri"/>
              </a:rPr>
              <a:t>Główne </a:t>
            </a:r>
            <a:r>
              <a:rPr lang="en-GB" dirty="0" err="1">
                <a:latin typeface="Calibri"/>
                <a:ea typeface="Calibri"/>
                <a:cs typeface="Calibri"/>
              </a:rPr>
              <a:t>elementy</a:t>
            </a:r>
            <a:r>
              <a:rPr lang="en-GB" dirty="0">
                <a:latin typeface="Calibri"/>
                <a:ea typeface="Calibri"/>
                <a:cs typeface="Calibri"/>
              </a:rPr>
              <a:t> </a:t>
            </a:r>
            <a:r>
              <a:rPr lang="en-GB" dirty="0" err="1">
                <a:latin typeface="Calibri"/>
                <a:ea typeface="Calibri"/>
                <a:cs typeface="Calibri"/>
              </a:rPr>
              <a:t>urządzenia</a:t>
            </a:r>
            <a:endParaRPr lang="en-GB" dirty="0" err="1"/>
          </a:p>
        </p:txBody>
      </p:sp>
      <p:pic>
        <p:nvPicPr>
          <p:cNvPr id="5" name="Picture 4" descr="sklep_msalamon_STM32F4X1CXU6_EVAL_3">
            <a:extLst>
              <a:ext uri="{FF2B5EF4-FFF2-40B4-BE49-F238E27FC236}">
                <a16:creationId xmlns:a16="http://schemas.microsoft.com/office/drawing/2014/main" id="{4EF4322C-C742-F623-DB65-2927693AF0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894" y="3769753"/>
            <a:ext cx="2806521" cy="2752860"/>
          </a:xfrm>
          <a:prstGeom prst="rect">
            <a:avLst/>
          </a:prstGeom>
        </p:spPr>
      </p:pic>
      <p:pic>
        <p:nvPicPr>
          <p:cNvPr id="6" name="Picture 5" descr="Wyświetlacz OLED 1,3&quot; 128x64px I2C biały - Sklep msalamon">
            <a:extLst>
              <a:ext uri="{FF2B5EF4-FFF2-40B4-BE49-F238E27FC236}">
                <a16:creationId xmlns:a16="http://schemas.microsoft.com/office/drawing/2014/main" id="{0E7333D3-F0CF-4094-602D-C55A155452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316" y="4531752"/>
            <a:ext cx="2398691" cy="2409424"/>
          </a:xfrm>
          <a:prstGeom prst="rect">
            <a:avLst/>
          </a:prstGeom>
        </p:spPr>
      </p:pic>
      <p:pic>
        <p:nvPicPr>
          <p:cNvPr id="7" name="Picture 6" descr="2809 | Adafruit Akcelerometr trzyosiowy LIS3DH, 5V | Distrelec Polska">
            <a:extLst>
              <a:ext uri="{FF2B5EF4-FFF2-40B4-BE49-F238E27FC236}">
                <a16:creationId xmlns:a16="http://schemas.microsoft.com/office/drawing/2014/main" id="{9918B0CA-9C93-9ED2-6AD1-17833B83411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745" t="14789" r="22745" b="16477"/>
          <a:stretch>
            <a:fillRect/>
          </a:stretch>
        </p:blipFill>
        <p:spPr>
          <a:xfrm>
            <a:off x="3372118" y="4626547"/>
            <a:ext cx="3040783" cy="219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430448"/>
      </p:ext>
    </p:extLst>
  </p:cSld>
  <p:clrMapOvr>
    <a:masterClrMapping/>
  </p:clrMapOvr>
  <p:transition>
    <p:randomBa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222783-132D-BA8C-92EF-264B66513E4C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4FF42C-DCBE-4DDF-2C5E-6D38BC472733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8" name="Content Placeholder 7" descr="A diagram of a power supply system&#10;&#10;AI-generated content may be incorrect.">
            <a:extLst>
              <a:ext uri="{FF2B5EF4-FFF2-40B4-BE49-F238E27FC236}">
                <a16:creationId xmlns:a16="http://schemas.microsoft.com/office/drawing/2014/main" id="{95F32001-56E2-1786-D17D-A0C7DC54F70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574" y="216"/>
            <a:ext cx="9133267" cy="6598891"/>
          </a:xfrm>
        </p:spPr>
      </p:pic>
    </p:spTree>
    <p:extLst>
      <p:ext uri="{BB962C8B-B14F-4D97-AF65-F5344CB8AC3E}">
        <p14:creationId xmlns:p14="http://schemas.microsoft.com/office/powerpoint/2010/main" val="3270032464"/>
      </p:ext>
    </p:extLst>
  </p:cSld>
  <p:clrMapOvr>
    <a:masterClrMapping/>
  </p:clrMapOvr>
  <p:transition>
    <p:randomBa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een circuit board with many orange lights&#10;&#10;AI-generated content may be incorrect.">
            <a:extLst>
              <a:ext uri="{FF2B5EF4-FFF2-40B4-BE49-F238E27FC236}">
                <a16:creationId xmlns:a16="http://schemas.microsoft.com/office/drawing/2014/main" id="{0C41A500-631F-063F-3D3B-D05106D41D3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83855" y="22"/>
            <a:ext cx="4388589" cy="6865916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77CFF8-51FF-E020-2F55-2508358BF126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76EFCF-0CB0-3653-575C-4E706303899B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Picture 5" descr="A green circuit board with black and blue components&#10;&#10;AI-generated content may be incorrect.">
            <a:extLst>
              <a:ext uri="{FF2B5EF4-FFF2-40B4-BE49-F238E27FC236}">
                <a16:creationId xmlns:a16="http://schemas.microsoft.com/office/drawing/2014/main" id="{705C2062-312E-DD21-617B-2C9AED2770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58" t="-115" r="-208" b="115"/>
          <a:stretch>
            <a:fillRect/>
          </a:stretch>
        </p:blipFill>
        <p:spPr>
          <a:xfrm>
            <a:off x="4564937" y="1997"/>
            <a:ext cx="4576068" cy="685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301948"/>
      </p:ext>
    </p:extLst>
  </p:cSld>
  <p:clrMapOvr>
    <a:masterClrMapping/>
  </p:clrMapOvr>
  <p:transition>
    <p:randomBa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omputer screen shot of a circuit board&#10;&#10;AI-generated content may be incorrect.">
            <a:extLst>
              <a:ext uri="{FF2B5EF4-FFF2-40B4-BE49-F238E27FC236}">
                <a16:creationId xmlns:a16="http://schemas.microsoft.com/office/drawing/2014/main" id="{A3047650-0DA7-4A11-5F2A-B6D57B21172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93996" y="-211978"/>
            <a:ext cx="4388252" cy="7066208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51A9A7-3DF5-B17B-216C-B58ACC924B7E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0CFA5F-B263-1965-CDCF-AF86357E713C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Picture 5" descr="A red circuit board with blue and red lines&#10;&#10;AI-generated content may be incorrect.">
            <a:extLst>
              <a:ext uri="{FF2B5EF4-FFF2-40B4-BE49-F238E27FC236}">
                <a16:creationId xmlns:a16="http://schemas.microsoft.com/office/drawing/2014/main" id="{BB3A44E4-06DE-BFD3-7C74-2731D36398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178" y="-214647"/>
            <a:ext cx="4385842" cy="7072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791481"/>
      </p:ext>
    </p:extLst>
  </p:cSld>
  <p:clrMapOvr>
    <a:masterClrMapping/>
  </p:clrMapOvr>
  <p:transition>
    <p:randomBa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ey rectangular object with many small buttons&#10;&#10;AI-generated content may be incorrect.">
            <a:extLst>
              <a:ext uri="{FF2B5EF4-FFF2-40B4-BE49-F238E27FC236}">
                <a16:creationId xmlns:a16="http://schemas.microsoft.com/office/drawing/2014/main" id="{A7E7AB5E-5F13-2C88-4571-29C7C3FF4D4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574" y="-4349"/>
            <a:ext cx="9036675" cy="6865599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0369C-BFE7-B441-6333-E3C666F8B445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BB7667-0038-A25E-2F2B-3656C8AFE166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0622071"/>
      </p:ext>
    </p:extLst>
  </p:cSld>
  <p:clrMapOvr>
    <a:masterClrMapping/>
  </p:clrMapOvr>
  <p:transition>
    <p:randomBa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ey rectangular object with buttons and buttons&#10;&#10;AI-generated content may be incorrect.">
            <a:extLst>
              <a:ext uri="{FF2B5EF4-FFF2-40B4-BE49-F238E27FC236}">
                <a16:creationId xmlns:a16="http://schemas.microsoft.com/office/drawing/2014/main" id="{2E938894-B404-6FFB-EF74-5E0A3C87581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830" y="141989"/>
            <a:ext cx="9147488" cy="6562188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7623E8-B029-2EF4-C91B-8C6701CEECF7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E50911-7B9E-0FA4-7914-EDFAC50C77CC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1317140"/>
      </p:ext>
    </p:extLst>
  </p:cSld>
  <p:clrMapOvr>
    <a:masterClrMapping/>
  </p:clrMapOvr>
  <p:transition>
    <p:randomBa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rawing of a device&#10;&#10;AI-generated content may be incorrect.">
            <a:extLst>
              <a:ext uri="{FF2B5EF4-FFF2-40B4-BE49-F238E27FC236}">
                <a16:creationId xmlns:a16="http://schemas.microsoft.com/office/drawing/2014/main" id="{602A2BE1-06E2-ACCB-A69B-1BC6D8628CD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32869" y="412"/>
            <a:ext cx="8285408" cy="6856078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3FEEEF-E1EA-B85B-8435-8FE13555C9F0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DDD28F-6176-78BE-B61B-AD4013CDD1A2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859249"/>
      </p:ext>
    </p:extLst>
  </p:cSld>
  <p:clrMapOvr>
    <a:masterClrMapping/>
  </p:clrMapOvr>
  <p:transition>
    <p:randomBa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omputer parts on a grid&#10;&#10;AI-generated content may be incorrect.">
            <a:extLst>
              <a:ext uri="{FF2B5EF4-FFF2-40B4-BE49-F238E27FC236}">
                <a16:creationId xmlns:a16="http://schemas.microsoft.com/office/drawing/2014/main" id="{431B4A1B-0C4D-2A8C-F4FA-345595B3643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80221" y="3811"/>
            <a:ext cx="7845380" cy="6849278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489DD-48FA-937D-3AE5-D00222A8A669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743781-0F8E-B27A-5DB9-37CAEACD613A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9647284"/>
      </p:ext>
    </p:extLst>
  </p:cSld>
  <p:clrMapOvr>
    <a:masterClrMapping/>
  </p:clrMapOvr>
  <p:transition>
    <p:randomBa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AA6DC53-82C3-48DB-5EEA-841D2EF11C4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-1862" y="1631276"/>
            <a:ext cx="9144000" cy="5028446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5D7E74-3043-352F-2BAF-4DA929DC57FC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7E3E82-9DF4-1AE2-EDDE-8187652D9D08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656614" y="373285"/>
            <a:ext cx="8284724" cy="864096"/>
          </a:xfrm>
        </p:spPr>
        <p:txBody>
          <a:bodyPr/>
          <a:lstStyle/>
          <a:p>
            <a:r>
              <a:rPr lang="en-GB" sz="6600" dirty="0">
                <a:latin typeface="Calibri"/>
                <a:ea typeface="Calibri"/>
                <a:cs typeface="Calibri"/>
              </a:rPr>
              <a:t>Diagram </a:t>
            </a:r>
            <a:r>
              <a:rPr lang="en-GB" sz="6600" err="1">
                <a:latin typeface="Calibri"/>
                <a:ea typeface="Calibri"/>
                <a:cs typeface="Calibri"/>
              </a:rPr>
              <a:t>Logiki</a:t>
            </a:r>
            <a:endParaRPr lang="en-GB" sz="6600" err="1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0663725"/>
      </p:ext>
    </p:extLst>
  </p:cSld>
  <p:clrMapOvr>
    <a:masterClrMapping/>
  </p:clrMapOvr>
  <p:transition>
    <p:randomBa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 descr="A table with numbers and letters&#10;&#10;AI-generated content may be incorrect.">
            <a:extLst>
              <a:ext uri="{FF2B5EF4-FFF2-40B4-BE49-F238E27FC236}">
                <a16:creationId xmlns:a16="http://schemas.microsoft.com/office/drawing/2014/main" id="{3AADDD9A-834B-261C-9CD5-39561D95FE1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307" y="1807387"/>
            <a:ext cx="9131799" cy="2823563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A19410-BCA7-9135-27AE-23FB10AB4A56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E68334-64D8-B05D-4129-15B4170090D1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en-GB" sz="6600" dirty="0" err="1">
                <a:latin typeface="Calibri"/>
                <a:ea typeface="Calibri"/>
                <a:cs typeface="Calibri"/>
              </a:rPr>
              <a:t>Zestawienie</a:t>
            </a:r>
            <a:r>
              <a:rPr lang="en-GB" sz="6600" dirty="0">
                <a:latin typeface="Calibri"/>
                <a:ea typeface="Calibri"/>
                <a:cs typeface="Calibri"/>
              </a:rPr>
              <a:t> </a:t>
            </a:r>
            <a:r>
              <a:rPr lang="en-GB" sz="6600" dirty="0" err="1">
                <a:latin typeface="Calibri"/>
                <a:ea typeface="Calibri"/>
                <a:cs typeface="Calibri"/>
              </a:rPr>
              <a:t>Kosztów</a:t>
            </a:r>
            <a:endParaRPr lang="en-GB" sz="6600" dirty="0" err="1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1625760"/>
      </p:ext>
    </p:extLst>
  </p:cSld>
  <p:clrMapOvr>
    <a:masterClrMapping/>
  </p:clrMapOvr>
  <p:transition>
    <p:randomBa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ey rectangular object with many small buttons&#10;&#10;AI-generated content may be incorrect.">
            <a:extLst>
              <a:ext uri="{FF2B5EF4-FFF2-40B4-BE49-F238E27FC236}">
                <a16:creationId xmlns:a16="http://schemas.microsoft.com/office/drawing/2014/main" id="{2EBF0191-6CA8-237F-56C5-4A3D253A7A0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tretch/>
        </p:blipFill>
        <p:spPr>
          <a:xfrm>
            <a:off x="2031901" y="1988840"/>
            <a:ext cx="6357896" cy="4752528"/>
          </a:xfrm>
          <a:noFill/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774DD6-AE19-4D28-AB5E-D44C10750DD7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403648" y="116632"/>
            <a:ext cx="7614402" cy="1728192"/>
          </a:xfrm>
        </p:spPr>
        <p:txBody>
          <a:bodyPr wrap="square" anchor="ctr">
            <a:normAutofit/>
          </a:bodyPr>
          <a:lstStyle/>
          <a:p>
            <a:r>
              <a:rPr lang="en-GB" err="1"/>
              <a:t>Dziękuję</a:t>
            </a:r>
            <a:r>
              <a:rPr lang="en-GB"/>
              <a:t> za </a:t>
            </a:r>
            <a:r>
              <a:rPr lang="en-GB" err="1"/>
              <a:t>uwagę</a:t>
            </a:r>
            <a:endParaRPr lang="en-GB" dirty="0" err="1"/>
          </a:p>
        </p:txBody>
      </p:sp>
    </p:spTree>
    <p:extLst>
      <p:ext uri="{BB962C8B-B14F-4D97-AF65-F5344CB8AC3E}">
        <p14:creationId xmlns:p14="http://schemas.microsoft.com/office/powerpoint/2010/main" val="778054824"/>
      </p:ext>
    </p:extLst>
  </p:cSld>
  <p:clrMapOvr>
    <a:masterClrMapping/>
  </p:clrMapOvr>
  <p:transition>
    <p:randomBar/>
  </p:transition>
</p:sld>
</file>

<file path=ppt/theme/theme1.xml><?xml version="1.0" encoding="utf-8"?>
<a:theme xmlns:a="http://schemas.openxmlformats.org/drawingml/2006/main" name="szablon1-PL">
  <a:themeElements>
    <a:clrScheme name="Odcienie szarości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1_Projekt domyślny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Projekt domyślny 1">
        <a:dk1>
          <a:srgbClr val="000000"/>
        </a:dk1>
        <a:lt1>
          <a:srgbClr val="FFFFFF"/>
        </a:lt1>
        <a:dk2>
          <a:srgbClr val="FFEBD5"/>
        </a:dk2>
        <a:lt2>
          <a:srgbClr val="78120A"/>
        </a:lt2>
        <a:accent1>
          <a:srgbClr val="E32213"/>
        </a:accent1>
        <a:accent2>
          <a:srgbClr val="FFD3A1"/>
        </a:accent2>
        <a:accent3>
          <a:srgbClr val="FFFFFF"/>
        </a:accent3>
        <a:accent4>
          <a:srgbClr val="000000"/>
        </a:accent4>
        <a:accent5>
          <a:srgbClr val="EFABAA"/>
        </a:accent5>
        <a:accent6>
          <a:srgbClr val="E7BF91"/>
        </a:accent6>
        <a:hlink>
          <a:srgbClr val="FFD9AF"/>
        </a:hlink>
        <a:folHlink>
          <a:srgbClr val="FFB25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szablon1-PL</Template>
  <TotalTime>3317</TotalTime>
  <Words>592</Words>
  <Application>Microsoft Office PowerPoint</Application>
  <PresentationFormat>On-screen Show (4:3)</PresentationFormat>
  <Paragraphs>98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szablon1-PL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tytuł prezentacji</dc:title>
  <dc:creator>Aleksander Łukowicz</dc:creator>
  <cp:lastModifiedBy>Patryk Żymełka (263559)</cp:lastModifiedBy>
  <cp:revision>552</cp:revision>
  <dcterms:created xsi:type="dcterms:W3CDTF">2015-03-09T09:58:09Z</dcterms:created>
  <dcterms:modified xsi:type="dcterms:W3CDTF">2025-05-22T16:24:18Z</dcterms:modified>
</cp:coreProperties>
</file>